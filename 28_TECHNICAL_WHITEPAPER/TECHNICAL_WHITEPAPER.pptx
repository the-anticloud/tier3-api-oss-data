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Api-Oss-Data</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api-oss-data</a:t>
            </a:r>
          </a:p>
          <a:p>
            <a:pPr>
              <a:spcAft>
                <a:spcPts val="400"/>
              </a:spcAft>
              <a:defRPr sz="1200">
                <a:solidFill>
                  <a:srgbClr val="0D0D0C"/>
                </a:solidFill>
              </a:defRPr>
            </a:pPr>
            <a:r>
              <a:t>*Tier:* TIER_3_ANTICLOUD_APIOSS</a:t>
            </a:r>
          </a:p>
          <a:p>
            <a:pPr>
              <a:spcAft>
                <a:spcPts val="400"/>
              </a:spcAft>
              <a:defRPr sz="1200">
                <a:solidFill>
                  <a:srgbClr val="0D0D0C"/>
                </a:solidFill>
              </a:defRPr>
            </a:pPr>
            <a:r>
              <a:t>*Domain:* API gateway, compliance engine, open-source tooling, certification</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api-oss-data is a sovereign AI infrastructure component operating in the API gateway, compliance engine, open-source tooling, certification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api-oss-data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api-oss-data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api-oss-data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api-oss-data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api-oss-data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